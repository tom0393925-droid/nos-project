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51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914400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IM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0CDF4"/>
                </a:solidFill>
                <a:latin typeface="Calibri"/>
              </a:rPr>
              <a:t>End-User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0AEC0"/>
                </a:solidFill>
                <a:latin typeface="Calibri"/>
              </a:rPr>
              <a:t>Inventory Management &amp; Order Planning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EC0"/>
                </a:solidFill>
                <a:latin typeface="Calibri"/>
              </a:rPr>
              <a:t>Version 1.0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is IM Dashboard?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A web-based inventory management and order planning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Connects to a cloud database to display up-to-date stock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396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Helps you monitor stock levels, predict future inventory, and plan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0662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Accessible from any browser — no installation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1417320" cy="685800"/>
          </a:xfrm>
          <a:prstGeom prst="rect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Excel
(.xlsx Upload)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32644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3154680"/>
            <a:ext cx="1417320" cy="6858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8840" y="31546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Database
(Supabase)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2644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18096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154680"/>
            <a:ext cx="1417320" cy="6858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31546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
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8096"/>
                </a:solidFill>
                <a:latin typeface="Calibri"/>
              </a:rPr>
              <a:t>Data Flow: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1792224"/>
            <a:ext cx="33832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377440"/>
            <a:ext cx="320040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Diagram / overview screenshot
(optional — shows app in 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to Use This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316736"/>
            <a:ext cx="1517904" cy="16459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151790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1517904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2801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173736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2148839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  <a:latin typeface="Calibri"/>
              </a:rPr>
              <a:t>Sign in with
your Google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4276" y="1920239"/>
            <a:ext cx="190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A169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4540" y="1316736"/>
            <a:ext cx="1517904" cy="16459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97964" y="1280160"/>
            <a:ext cx="151790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97964" y="1280160"/>
            <a:ext cx="1517904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97964" y="12801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1972" y="173736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Load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1972" y="2148839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  <a:latin typeface="Calibri"/>
              </a:rPr>
              <a:t>Click Data Setup
and load from 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9360" y="1920239"/>
            <a:ext cx="190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A169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9624" y="1316736"/>
            <a:ext cx="1517904" cy="16459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13048" y="1280160"/>
            <a:ext cx="151790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13048" y="1280160"/>
            <a:ext cx="1517904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13048" y="12801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173736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Open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2148839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  <a:latin typeface="Calibri"/>
              </a:rPr>
              <a:t>Go to Analytics &amp;
Order Planning tab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4444" y="1920239"/>
            <a:ext cx="190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A169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4708" y="1316736"/>
            <a:ext cx="1517904" cy="16459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28132" y="1280160"/>
            <a:ext cx="151790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28132" y="1280160"/>
            <a:ext cx="1517904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8132" y="12801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2140" y="173736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Analyze SKUs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2140" y="2148839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  <a:latin typeface="Calibri"/>
              </a:rPr>
              <a:t>Search SKUs, review
stock &amp; predictions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9528" y="1920239"/>
            <a:ext cx="190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8A169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9792" y="1316736"/>
            <a:ext cx="1517904" cy="164592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43216" y="1280160"/>
            <a:ext cx="1517904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443216" y="1280160"/>
            <a:ext cx="1517904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43216" y="1280160"/>
            <a:ext cx="15179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7224" y="1737360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7224" y="2148839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  <a:latin typeface="Calibri"/>
              </a:rPr>
              <a:t>Enter order quantities
and export to Excel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25196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18096"/>
                </a:solidFill>
                <a:latin typeface="Calibri"/>
              </a:rPr>
              <a:t>Follow these 5 steps each time you use IM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1: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22959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dirty="0">
                <a:solidFill>
                  <a:srgbClr val="38A169"/>
                </a:solidFill>
                <a:latin typeface="Calibri"/>
              </a:rPr>
              <a:t>1   </a:t>
            </a:r>
          </a:p>
          <a:p>
            <a:pPr algn="l">
              <a:spcAft>
                <a:spcPts val="1000"/>
              </a:spcAft>
            </a:pPr>
            <a:r>
              <a:rPr sz="1200" b="0" i="0" dirty="0">
                <a:solidFill>
                  <a:srgbClr val="2D3748"/>
                </a:solidFill>
                <a:latin typeface="Calibri"/>
              </a:rPr>
              <a:t>Open the app URL in your browser</a:t>
            </a:r>
            <a:br>
              <a:rPr dirty="0"/>
            </a:br>
            <a:endParaRPr dirty="0"/>
          </a:p>
          <a:p>
            <a:pPr algn="l">
              <a:spcAft>
                <a:spcPts val="1000"/>
              </a:spcAft>
            </a:pPr>
            <a:r>
              <a:rPr sz="1300" b="1" i="0" dirty="0">
                <a:solidFill>
                  <a:srgbClr val="38A169"/>
                </a:solidFill>
                <a:latin typeface="Calibri"/>
              </a:rPr>
              <a:t>2   </a:t>
            </a:r>
          </a:p>
          <a:p>
            <a:pPr algn="l">
              <a:spcAft>
                <a:spcPts val="1000"/>
              </a:spcAft>
            </a:pPr>
            <a:r>
              <a:rPr sz="1200" b="0" i="0" dirty="0">
                <a:solidFill>
                  <a:srgbClr val="2D3748"/>
                </a:solidFill>
                <a:latin typeface="Calibri"/>
              </a:rPr>
              <a:t>You will see the login screen</a:t>
            </a:r>
            <a:br>
              <a:rPr dirty="0"/>
            </a:br>
            <a:endParaRPr dirty="0"/>
          </a:p>
          <a:p>
            <a:pPr algn="l">
              <a:spcAft>
                <a:spcPts val="1000"/>
              </a:spcAft>
            </a:pPr>
            <a:r>
              <a:rPr sz="1300" b="1" i="0" dirty="0">
                <a:solidFill>
                  <a:srgbClr val="38A169"/>
                </a:solidFill>
                <a:latin typeface="Calibri"/>
              </a:rPr>
              <a:t>3   </a:t>
            </a:r>
          </a:p>
          <a:p>
            <a:pPr algn="l">
              <a:spcAft>
                <a:spcPts val="1000"/>
              </a:spcAft>
            </a:pPr>
            <a:r>
              <a:rPr sz="1200" b="0" i="0" dirty="0">
                <a:solidFill>
                  <a:srgbClr val="2D3748"/>
                </a:solidFill>
                <a:latin typeface="Calibri"/>
              </a:rPr>
              <a:t>Click "Sign in with Google"</a:t>
            </a:r>
            <a:br>
              <a:rPr dirty="0"/>
            </a:br>
            <a:endParaRPr dirty="0"/>
          </a:p>
          <a:p>
            <a:pPr algn="l">
              <a:spcAft>
                <a:spcPts val="1000"/>
              </a:spcAft>
            </a:pPr>
            <a:r>
              <a:rPr sz="1300" b="1" i="0" dirty="0">
                <a:solidFill>
                  <a:srgbClr val="38A169"/>
                </a:solidFill>
                <a:latin typeface="Calibri"/>
              </a:rPr>
              <a:t>4   </a:t>
            </a:r>
          </a:p>
          <a:p>
            <a:pPr algn="l">
              <a:spcAft>
                <a:spcPts val="1000"/>
              </a:spcAft>
            </a:pPr>
            <a:r>
              <a:rPr sz="1200" b="0" i="0" dirty="0">
                <a:solidFill>
                  <a:srgbClr val="2D3748"/>
                </a:solidFill>
                <a:latin typeface="Calibri"/>
              </a:rPr>
              <a:t>Use your authorized company Google account</a:t>
            </a:r>
            <a:br>
              <a:rPr dirty="0"/>
            </a:br>
            <a:endParaRPr dirty="0"/>
          </a:p>
          <a:p>
            <a:pPr algn="l">
              <a:spcAft>
                <a:spcPts val="1000"/>
              </a:spcAft>
            </a:pPr>
            <a:r>
              <a:rPr sz="1300" b="1" i="0" dirty="0">
                <a:solidFill>
                  <a:srgbClr val="38A169"/>
                </a:solidFill>
                <a:latin typeface="Calibri"/>
              </a:rPr>
              <a:t>5   </a:t>
            </a:r>
          </a:p>
          <a:p>
            <a:pPr algn="l">
              <a:spcAft>
                <a:spcPts val="1000"/>
              </a:spcAft>
            </a:pPr>
            <a:r>
              <a:rPr sz="1200" b="0" i="0" dirty="0">
                <a:solidFill>
                  <a:srgbClr val="2D3748"/>
                </a:solidFill>
                <a:latin typeface="Calibri"/>
              </a:rPr>
              <a:t>After login, you will be redirected to the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721480" y="4283963"/>
            <a:ext cx="3650428" cy="348637"/>
          </a:xfrm>
          <a:prstGeom prst="rect">
            <a:avLst/>
          </a:prstGeom>
          <a:solidFill>
            <a:srgbClr val="FFFBEB"/>
          </a:solidFill>
          <a:ln w="12700">
            <a:solidFill>
              <a:srgbClr val="F6C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4283963"/>
            <a:ext cx="329291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92400E"/>
                </a:solidFill>
                <a:latin typeface="Calibri"/>
              </a:rPr>
              <a:t>Note: Only authorized Google accounts can access the system.
Contact your admin if you cannot log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188720"/>
            <a:ext cx="3474720" cy="320040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3291839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login.html
Full login screen showing
the Google sign-in button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2: Load Data from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1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Before using the dashboard, you must load data from the cloud database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2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Click the "Data Setup" button in the top-right corner of the screen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3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This opens the Database Setup &amp; Management page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4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Find the green "Load from Supabase" card (see next slide)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49039"/>
            <a:ext cx="484632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6C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3794759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400E"/>
                </a:solidFill>
                <a:latin typeface="Calibri"/>
              </a:rPr>
              <a:t>Note: Data is managed by the admin team.
If you see no data after loading, contact your administrator.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914400"/>
            <a:ext cx="3474720" cy="320040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874519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3291839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Top header area showing
the 'Data Setup' button
location (top-right corner)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Load from Supabase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1   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Find the green "Load from Supabase" card (marked Recommended)</a:t>
            </a:r>
            <a:br/>
            <a:endParaRPr/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2   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Select weeks of data from the dropdown (default: 52 weeks / 1 year)</a:t>
            </a:r>
            <a:br/>
            <a:endParaRPr/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3   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"Active stock only" — check this box (recommended)</a:t>
            </a:r>
            <a:br/>
            <a:endParaRPr/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4   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Set Safety Stock value in weeks (default: 6 weeks)</a:t>
            </a:r>
            <a:br/>
            <a:endParaRPr/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5   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Click the green "Load from Supabase" button</a:t>
            </a:r>
            <a:br/>
            <a:endParaRPr/>
          </a:p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6   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Wait for the spinner to finish — status appears below the button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931920"/>
            <a:ext cx="484632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3977639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6749"/>
                </a:solidFill>
                <a:latin typeface="Calibri"/>
              </a:rPr>
              <a:t>Tip: If unsure which settings to use, keep the defaults and just click the button.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956815"/>
            <a:ext cx="3474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51760"/>
            <a:ext cx="3291839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The green 'Load from Supabase' card
showing dropdown, checkbox,
Safety Stock input, and button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Return to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1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After loading, click "Back to Dashboard" in the top-right corner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2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You will see the main dashboard with 3 tabs:</a:t>
            </a:r>
            <a:br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1463040" cy="54864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NOS Meeting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331720"/>
            <a:ext cx="1463040" cy="548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79" y="2331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Analytics &amp; Order Planning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331720"/>
            <a:ext cx="1463040" cy="54864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79" y="2331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Warehouse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3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Click "Analytics &amp; Order Planning" to start analyzing inventory</a:t>
            </a:r>
            <a:br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484632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886200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6749"/>
                </a:solidFill>
                <a:latin typeface="Calibri"/>
              </a:rPr>
              <a:t>Tip: You will need to load fresh data each session.
Data is not saved between browser sessions.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0" y="1956815"/>
            <a:ext cx="3474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651760"/>
            <a:ext cx="3291839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The dashboard tab bar showing
all 3 tabs, with
'Analytics &amp; Order Planning'
highlighted/active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Dashboard KPIs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91440" cy="1691640"/>
          </a:xfrm>
          <a:prstGeom prst="rect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0515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  <a:latin typeface="Calibri"/>
              </a:rPr>
              <a:t>Normal Stock Value (TC)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3898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5282"/>
                </a:solidFill>
                <a:latin typeface="Calibri"/>
              </a:rPr>
              <a:t>$0 /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74519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Total cost value of all current inventory in dollars.
Reflects the overall size of your stock position.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79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54679" y="1005840"/>
            <a:ext cx="91440" cy="16916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9272" y="10515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  <a:latin typeface="Calibri"/>
              </a:rPr>
              <a:t>Waste Risk 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3898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3030"/>
                </a:solidFill>
                <a:latin typeface="Calibri"/>
              </a:rPr>
              <a:t>$0 /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874519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Total value of stock at risk of expiry or waste.
Monitor this closely — high values need immediate action.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1005840"/>
            <a:ext cx="91440" cy="169164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9631" y="10515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  <a:latin typeface="Calibri"/>
              </a:rPr>
              <a:t>Total Managed SKUs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1" y="13898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53C9A"/>
                </a:solidFill>
                <a:latin typeface="Calibri"/>
              </a:rPr>
              <a:t>$0 /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1874519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Number of active SKUs currently tracked in the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80360"/>
            <a:ext cx="8595360" cy="160020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33604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80460"/>
            <a:ext cx="84124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Screenshot: The 3 KPI cards at the top of the Analytics tab showing actual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718096"/>
                </a:solidFill>
                <a:latin typeface="Calibri"/>
              </a:rPr>
              <a:t>These numbers update every time you load fresh data from Supabase.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Searching for a SKU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1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In the "SKU Detailed Analysis" section, click the search box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2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Type a SKU code (e.g. "CF001") or part of an item name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3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A dropdown list will appear — click the item you want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4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The detail panel will open below the search 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484632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3886200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6749"/>
                </a:solidFill>
                <a:latin typeface="Calibri"/>
              </a:rPr>
              <a:t>Tip: You can search by partial name — e.g. type 'sauce' to find all sauce-related SKUs.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956815"/>
            <a:ext cx="3474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51760"/>
            <a:ext cx="3291839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The SKU search box with a
dropdown suggestion list visible
(showing search results)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Reading the SKU Detail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73152" cy="713232"/>
          </a:xfrm>
          <a:prstGeom prst="rect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3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5282"/>
                </a:solidFill>
                <a:latin typeface="Calibri"/>
              </a:rPr>
              <a:t>Code / Item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3" y="12801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Basic product identifier and 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64792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764792"/>
            <a:ext cx="73152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3" y="18105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Temp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" y="208483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Storage temperature: Dry / Chill / Frozen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69464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569464"/>
            <a:ext cx="73152" cy="7132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3" y="26151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UoM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288950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Unit of Measure — e.g. case, kg, piece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74136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374136"/>
            <a:ext cx="73152" cy="71323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3" y="341985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3030"/>
                </a:solidFill>
                <a:latin typeface="Calibri"/>
              </a:rP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3" y="36941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Minimum stock (units). Action needed if stock falls below this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59" y="96012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59" y="960120"/>
            <a:ext cx="73152" cy="71323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55464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A169"/>
                </a:solidFill>
                <a:latin typeface="Calibri"/>
              </a:rPr>
              <a:t>Current Qty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5464" y="12801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Latest recorded stock quantity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59" y="1764792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09159" y="1764792"/>
            <a:ext cx="73152" cy="713232"/>
          </a:xfrm>
          <a:prstGeom prst="rect">
            <a:avLst/>
          </a:prstGeom>
          <a:solidFill>
            <a:srgbClr val="2D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55464" y="18105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5282"/>
                </a:solidFill>
                <a:latin typeface="Calibri"/>
              </a:rPr>
              <a:t>WOS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208483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Weeks of Stock — how many weeks stock will last at avg sales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9159" y="2569464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09159" y="2569464"/>
            <a:ext cx="73152" cy="713232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55464" y="26151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3748"/>
                </a:solidFill>
                <a:latin typeface="Calibri"/>
              </a:rPr>
              <a:t>Total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5464" y="288950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Current stock value at TC (cost) price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4443984"/>
            <a:ext cx="859536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572000"/>
            <a:ext cx="841248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Screenshot: SKU detail header row showing all fields (Code, Name, Temp, UoM, Safety, Current Qty, Total Value)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Understanding the Future Trend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24712"/>
            <a:ext cx="32004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0149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8"/>
                </a:solidFill>
                <a:latin typeface="Calibri"/>
              </a:rPr>
              <a:t>Sales (blue bars)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Weekly actual sales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20"/>
            <a:ext cx="320040" cy="29260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647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8"/>
                </a:solidFill>
                <a:latin typeface="Calibri"/>
              </a:rPr>
              <a:t>Inventory (green bars)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299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Weekly actual inventory levels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24328"/>
            <a:ext cx="320040" cy="29260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8"/>
                </a:solidFill>
                <a:latin typeface="Calibri"/>
              </a:rPr>
              <a:t>Prediction (yellow dashed)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7977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Projected future inventory based on average sales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74136"/>
            <a:ext cx="320040" cy="2926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2644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3748"/>
                </a:solidFill>
                <a:latin typeface="Calibri"/>
              </a:rPr>
              <a:t>Safety Stock (red dashed)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2958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18096"/>
                </a:solidFill>
                <a:latin typeface="Calibri"/>
              </a:rPr>
              <a:t>Minimum threshold — place an order if the prediction line crosses below this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4846320" cy="594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959352"/>
            <a:ext cx="4626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Zoom dropdown: </a:t>
            </a:r>
          </a:p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Adjust time range shown (12 / 24 weeks / All Time)     </a:t>
            </a:r>
            <a:br/>
            <a:endParaRPr/>
          </a:p>
          <a:p>
            <a:pPr algn="l"/>
            <a:r>
              <a:rPr sz="1000" b="1" i="0">
                <a:solidFill>
                  <a:srgbClr val="1E3A5F"/>
                </a:solidFill>
                <a:latin typeface="Calibri"/>
              </a:rPr>
              <a:t>Sim Avg: </a:t>
            </a:r>
          </a:p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Simulate a custom sales rate to test order scenarios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94960" y="1956815"/>
            <a:ext cx="3474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651760"/>
            <a:ext cx="3291839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The full Future Trend Simulation chart
with all 4 legend items visible
(Sales, Inventory, Prediction, Safety Stock)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Order Judgment &amp; Predicted Balances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4937760" cy="1234440"/>
          </a:xfrm>
          <a:prstGeom prst="rect">
            <a:avLst/>
          </a:prstGeom>
          <a:solidFill>
            <a:srgbClr val="FAF5FF"/>
          </a:solidFill>
          <a:ln w="1905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9875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3C9A"/>
                </a:solidFill>
                <a:latin typeface="Calibri"/>
              </a:rPr>
              <a:t>Order Judgment Panel  (purple border)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3C9A"/>
                </a:solidFill>
                <a:latin typeface="Calibri"/>
              </a:rPr>
              <a:t>"auto: X units"</a:t>
            </a:r>
          </a:p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 — the system suggests ordering X units to maintain safety stock through the next container arrival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4937760" cy="1371600"/>
          </a:xfrm>
          <a:prstGeom prst="rect">
            <a:avLst/>
          </a:prstGeom>
          <a:solidFill>
            <a:srgbClr val="EBF4FF"/>
          </a:solidFill>
          <a:ln w="19050">
            <a:solidFill>
              <a:srgbClr val="429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3591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5282"/>
                </a:solidFill>
                <a:latin typeface="Calibri"/>
              </a:rPr>
              <a:t>Predicted Balances Panel  (blue border)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70048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Shows estimated stock levels for </a:t>
            </a:r>
          </a:p>
          <a:p>
            <a:pPr algn="l"/>
            <a:r>
              <a:rPr sz="1000" b="1" i="0">
                <a:solidFill>
                  <a:srgbClr val="2D5282"/>
                </a:solidFill>
                <a:latin typeface="Calibri"/>
              </a:rPr>
              <a:t>Next, 2nd Next, and 3rd Next</a:t>
            </a:r>
          </a:p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 container arrivals. Enter your planned order quantity in the </a:t>
            </a:r>
          </a:p>
          <a:p>
            <a:pPr algn="l"/>
            <a:r>
              <a:rPr sz="1000" b="1" i="0">
                <a:solidFill>
                  <a:srgbClr val="2D5282"/>
                </a:solidFill>
                <a:latin typeface="Calibri"/>
              </a:rPr>
              <a:t>"Order Qty"</a:t>
            </a:r>
          </a:p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 fields — predicted balances update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493776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3886200"/>
            <a:ext cx="47183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6749"/>
                </a:solidFill>
                <a:latin typeface="Calibri"/>
              </a:rPr>
              <a:t>Tip: Use the 'auto' suggestion as a starting point, then adjust based on promotions or supplier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0" y="1956815"/>
            <a:ext cx="3474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51760"/>
            <a:ext cx="3291839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The 'Predicted Balances' blue card
and 'Order Judgment' purple card
side by side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Order Planning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875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Scroll down on the Analytics tab to find the full Order Planning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Every active SKU is listed with current stock, WOS, ABC rank, and order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848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Enter order quantities directly in the table — the system automatically recalculates predicted balances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334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●  Use filter / sort controls at the top to focus on specific categories or risk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8211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3030"/>
                </a:solidFill>
                <a:latin typeface="Calibri"/>
              </a:rPr>
              <a:t>●  Red-highlighted rows = SKUs below safety stock — prioritize these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484632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6C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4160520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2400E"/>
                </a:solidFill>
                <a:latin typeface="Calibri"/>
              </a:rPr>
              <a:t>Tip: Always review red-highlighted rows first — these are items at or below safety stock.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1956815"/>
            <a:ext cx="3474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51760"/>
            <a:ext cx="3291839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The Order Planning table showing
multiple SKUs with colored rows
and order quantity input fields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Exporting the Order Plan to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0" y="9144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1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Review and fill in your order quantities in the Order Planning table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2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Click the green "Export to Excel" button (top-right of the table)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3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An .xlsx file will be downloaded to your browser's download folder</a:t>
            </a:r>
            <a:br/>
            <a:endParaRPr/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38A169"/>
                </a:solidFill>
                <a:latin typeface="Calibri"/>
              </a:rPr>
              <a:t>4   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2D3748"/>
                </a:solidFill>
                <a:latin typeface="Calibri"/>
              </a:rPr>
              <a:t>The file contains all SKU data and your entered order quantities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4846320" cy="566928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3886200"/>
            <a:ext cx="46268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6749"/>
                </a:solidFill>
                <a:latin typeface="Calibri"/>
              </a:rPr>
              <a:t>Tip: Always load the latest data from Supabase before exporting to ensure your order plan is current.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914400"/>
            <a:ext cx="3474720" cy="3474720"/>
          </a:xfrm>
          <a:prstGeom prst="rect">
            <a:avLst/>
          </a:prstGeom>
          <a:solidFill>
            <a:srgbClr val="E2ECF8"/>
          </a:solidFill>
          <a:ln w="19050">
            <a:solidFill>
              <a:srgbClr val="90A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956815"/>
            <a:ext cx="3474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FA5"/>
                </a:solidFill>
                <a:latin typeface="Calibri"/>
              </a:rPr>
              <a:t>[ Screenshot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51760"/>
            <a:ext cx="3291839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18096"/>
                </a:solidFill>
                <a:latin typeface="Calibri"/>
              </a:rPr>
              <a:t>The green 'Export to Excel' button
highlighted in the Order Planning
table header area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Coming Soon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3474720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3474720" cy="4572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568"/>
                </a:solidFill>
                <a:latin typeface="Calibri"/>
              </a:rPr>
              <a:t>NOS Meeting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331720"/>
            <a:ext cx="1463040" cy="411480"/>
          </a:xfrm>
          <a:prstGeom prst="rect">
            <a:avLst/>
          </a:prstGeom>
          <a:solidFill>
            <a:srgbClr val="ECC94B"/>
          </a:solidFill>
          <a:ln w="127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2331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4210"/>
                </a:solidFill>
                <a:latin typeface="Calibri"/>
              </a:rPr>
              <a:t>Coming Soon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188720"/>
            <a:ext cx="3474720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568"/>
                </a:solidFill>
                <a:latin typeface="Calibri"/>
              </a:rPr>
              <a:t>Warehouse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331720"/>
            <a:ext cx="1463040" cy="411480"/>
          </a:xfrm>
          <a:prstGeom prst="rect">
            <a:avLst/>
          </a:prstGeom>
          <a:solidFill>
            <a:srgbClr val="ECC94B"/>
          </a:solidFill>
          <a:ln w="127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2331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4210"/>
                </a:solidFill>
                <a:latin typeface="Calibri"/>
              </a:rPr>
              <a:t>Coming Soon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18096"/>
                </a:solidFill>
                <a:latin typeface="Calibri"/>
              </a:rPr>
              <a:t>These features are currently under development and will be available in a future release.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Glossary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96112"/>
            <a:ext cx="14630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37360" y="896112"/>
            <a:ext cx="713232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8961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8961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53312"/>
            <a:ext cx="1463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37360" y="1353312"/>
            <a:ext cx="7132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38988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282"/>
                </a:solidFill>
                <a:latin typeface="Calibri"/>
              </a:rPr>
              <a:t>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389888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Stock Keeping Unit — a unique code identifying a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47088"/>
            <a:ext cx="14630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37360" y="1847088"/>
            <a:ext cx="713232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188366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282"/>
                </a:solidFill>
                <a:latin typeface="Calibri"/>
              </a:rPr>
              <a:t>WOS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883664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Weeks of Stock — how many weeks current inventory will last at the current sales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40864"/>
            <a:ext cx="1463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37360" y="2340864"/>
            <a:ext cx="7132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2377440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282"/>
                </a:solidFill>
                <a:latin typeface="Calibri"/>
              </a:rPr>
              <a:t>Safety 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377440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The minimum stock level buffer, expressed in weeks of average sales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34640"/>
            <a:ext cx="14630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37360" y="2834640"/>
            <a:ext cx="713232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287121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282"/>
                </a:solidFill>
                <a:latin typeface="Calibri"/>
              </a:rPr>
              <a:t>TC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871216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Transfer Cost Price — the cost price used for internal stock 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28416"/>
            <a:ext cx="1463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737360" y="3328416"/>
            <a:ext cx="7132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3364992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282"/>
                </a:solidFill>
                <a:latin typeface="Calibri"/>
              </a:rPr>
              <a:t>UoM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364992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Unit of Measure — the unit in which a product is counted (e.g. case, kg, piece)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22191"/>
            <a:ext cx="14630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737360" y="3822191"/>
            <a:ext cx="713232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385876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282"/>
                </a:solidFill>
                <a:latin typeface="Calibri"/>
              </a:rPr>
              <a:t>ABC 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3858768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Sales-volume classification: A = high volume, B = medium, C = 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315968"/>
            <a:ext cx="14630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737360" y="4315968"/>
            <a:ext cx="7132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4352544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5282"/>
                </a:solidFill>
                <a:latin typeface="Calibri"/>
              </a:rPr>
              <a:t>Supabase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4352544"/>
            <a:ext cx="7040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748"/>
                </a:solidFill>
                <a:latin typeface="Calibri"/>
              </a:rPr>
              <a:t>The cloud database where all inventory and sales data is stored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1518</Words>
  <Application>Microsoft Office PowerPoint</Application>
  <PresentationFormat>On-screen Show (16:9)</PresentationFormat>
  <Paragraphs>217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2026-05-12T08:12:14Z</dcterms:modified>
  <cp:category/>
</cp:coreProperties>
</file>